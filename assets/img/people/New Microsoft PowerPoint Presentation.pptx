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45720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77" autoAdjust="0"/>
    <p:restoredTop sz="94660"/>
  </p:normalViewPr>
  <p:slideViewPr>
    <p:cSldViewPr snapToGrid="0">
      <p:cViewPr varScale="1">
        <p:scale>
          <a:sx n="83" d="100"/>
          <a:sy n="83" d="100"/>
        </p:scale>
        <p:origin x="19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42900" y="748242"/>
            <a:ext cx="3886200" cy="1591733"/>
          </a:xfrm>
        </p:spPr>
        <p:txBody>
          <a:bodyPr anchor="b"/>
          <a:lstStyle>
            <a:lvl1pPr algn="ctr"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1500" y="2401359"/>
            <a:ext cx="3429000" cy="1103841"/>
          </a:xfrm>
        </p:spPr>
        <p:txBody>
          <a:bodyPr/>
          <a:lstStyle>
            <a:lvl1pPr marL="0" indent="0" algn="ctr">
              <a:buNone/>
              <a:defRPr sz="1200"/>
            </a:lvl1pPr>
            <a:lvl2pPr marL="228600" indent="0" algn="ctr">
              <a:buNone/>
              <a:defRPr sz="1000"/>
            </a:lvl2pPr>
            <a:lvl3pPr marL="457200" indent="0" algn="ctr">
              <a:buNone/>
              <a:defRPr sz="900"/>
            </a:lvl3pPr>
            <a:lvl4pPr marL="685800" indent="0" algn="ctr">
              <a:buNone/>
              <a:defRPr sz="800"/>
            </a:lvl4pPr>
            <a:lvl5pPr marL="914400" indent="0" algn="ctr">
              <a:buNone/>
              <a:defRPr sz="800"/>
            </a:lvl5pPr>
            <a:lvl6pPr marL="1143000" indent="0" algn="ctr">
              <a:buNone/>
              <a:defRPr sz="800"/>
            </a:lvl6pPr>
            <a:lvl7pPr marL="1371600" indent="0" algn="ctr">
              <a:buNone/>
              <a:defRPr sz="800"/>
            </a:lvl7pPr>
            <a:lvl8pPr marL="1600200" indent="0" algn="ctr">
              <a:buNone/>
              <a:defRPr sz="800"/>
            </a:lvl8pPr>
            <a:lvl9pPr marL="1828800" indent="0" algn="ctr">
              <a:buNone/>
              <a:defRPr sz="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067C-B7E2-40A3-A5E4-B47E01AE3DF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9E374-6598-4F45-AACD-DAE5C2DD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373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067C-B7E2-40A3-A5E4-B47E01AE3DF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9E374-6598-4F45-AACD-DAE5C2DD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02525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4" y="1139826"/>
            <a:ext cx="3943350" cy="1901825"/>
          </a:xfrm>
        </p:spPr>
        <p:txBody>
          <a:bodyPr anchor="b"/>
          <a:lstStyle>
            <a:lvl1pPr>
              <a:defRPr sz="3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1944" y="3059643"/>
            <a:ext cx="3943350" cy="1000125"/>
          </a:xfrm>
        </p:spPr>
        <p:txBody>
          <a:bodyPr/>
          <a:lstStyle>
            <a:lvl1pPr marL="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  <a:lvl2pPr marL="228600" indent="0">
              <a:buNone/>
              <a:defRPr sz="1000">
                <a:solidFill>
                  <a:schemeClr val="tx1">
                    <a:tint val="82000"/>
                  </a:schemeClr>
                </a:solidFill>
              </a:defRPr>
            </a:lvl2pPr>
            <a:lvl3pPr marL="457200" indent="0">
              <a:buNone/>
              <a:defRPr sz="900">
                <a:solidFill>
                  <a:schemeClr val="tx1">
                    <a:tint val="82000"/>
                  </a:schemeClr>
                </a:solidFill>
              </a:defRPr>
            </a:lvl3pPr>
            <a:lvl4pPr marL="685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4pPr>
            <a:lvl5pPr marL="9144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5pPr>
            <a:lvl6pPr marL="11430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6pPr>
            <a:lvl7pPr marL="13716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7pPr>
            <a:lvl8pPr marL="16002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8pPr>
            <a:lvl9pPr marL="1828800" indent="0">
              <a:buNone/>
              <a:defRPr sz="8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067C-B7E2-40A3-A5E4-B47E01AE3DF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9E374-6598-4F45-AACD-DAE5C2DD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92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432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314575" y="1217083"/>
            <a:ext cx="194310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067C-B7E2-40A3-A5E4-B47E01AE3DF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9E374-6598-4F45-AACD-DAE5C2DD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873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243418"/>
            <a:ext cx="394335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921" y="1120775"/>
            <a:ext cx="1934170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4921" y="1670050"/>
            <a:ext cx="1934170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314575" y="1120775"/>
            <a:ext cx="1943696" cy="549275"/>
          </a:xfrm>
        </p:spPr>
        <p:txBody>
          <a:bodyPr anchor="b"/>
          <a:lstStyle>
            <a:lvl1pPr marL="0" indent="0">
              <a:buNone/>
              <a:defRPr sz="1200" b="1"/>
            </a:lvl1pPr>
            <a:lvl2pPr marL="228600" indent="0">
              <a:buNone/>
              <a:defRPr sz="1000" b="1"/>
            </a:lvl2pPr>
            <a:lvl3pPr marL="457200" indent="0">
              <a:buNone/>
              <a:defRPr sz="900" b="1"/>
            </a:lvl3pPr>
            <a:lvl4pPr marL="685800" indent="0">
              <a:buNone/>
              <a:defRPr sz="800" b="1"/>
            </a:lvl4pPr>
            <a:lvl5pPr marL="914400" indent="0">
              <a:buNone/>
              <a:defRPr sz="800" b="1"/>
            </a:lvl5pPr>
            <a:lvl6pPr marL="1143000" indent="0">
              <a:buNone/>
              <a:defRPr sz="800" b="1"/>
            </a:lvl6pPr>
            <a:lvl7pPr marL="1371600" indent="0">
              <a:buNone/>
              <a:defRPr sz="800" b="1"/>
            </a:lvl7pPr>
            <a:lvl8pPr marL="1600200" indent="0">
              <a:buNone/>
              <a:defRPr sz="800" b="1"/>
            </a:lvl8pPr>
            <a:lvl9pPr marL="1828800" indent="0">
              <a:buNone/>
              <a:defRPr sz="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314575" y="1670050"/>
            <a:ext cx="1943696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067C-B7E2-40A3-A5E4-B47E01AE3DF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9E374-6598-4F45-AACD-DAE5C2DD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87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067C-B7E2-40A3-A5E4-B47E01AE3DF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9E374-6598-4F45-AACD-DAE5C2DD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067C-B7E2-40A3-A5E4-B47E01AE3DF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9E374-6598-4F45-AACD-DAE5C2DD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9391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3695" y="658285"/>
            <a:ext cx="2314575" cy="3249083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00"/>
            </a:lvl4pPr>
            <a:lvl5pPr>
              <a:defRPr sz="1000"/>
            </a:lvl5pPr>
            <a:lvl6pPr>
              <a:defRPr sz="1000"/>
            </a:lvl6pPr>
            <a:lvl7pPr>
              <a:defRPr sz="1000"/>
            </a:lvl7pPr>
            <a:lvl8pPr>
              <a:defRPr sz="1000"/>
            </a:lvl8pPr>
            <a:lvl9pPr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067C-B7E2-40A3-A5E4-B47E01AE3DF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9E374-6598-4F45-AACD-DAE5C2DD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54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921" y="304800"/>
            <a:ext cx="1474589" cy="1066800"/>
          </a:xfrm>
        </p:spPr>
        <p:txBody>
          <a:bodyPr anchor="b"/>
          <a:lstStyle>
            <a:lvl1pPr>
              <a:defRPr sz="1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3695" y="658285"/>
            <a:ext cx="2314575" cy="3249083"/>
          </a:xfrm>
        </p:spPr>
        <p:txBody>
          <a:bodyPr anchor="t"/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200"/>
            </a:lvl3pPr>
            <a:lvl4pPr marL="685800" indent="0">
              <a:buNone/>
              <a:defRPr sz="1000"/>
            </a:lvl4pPr>
            <a:lvl5pPr marL="914400" indent="0">
              <a:buNone/>
              <a:defRPr sz="1000"/>
            </a:lvl5pPr>
            <a:lvl6pPr marL="1143000" indent="0">
              <a:buNone/>
              <a:defRPr sz="1000"/>
            </a:lvl6pPr>
            <a:lvl7pPr marL="1371600" indent="0">
              <a:buNone/>
              <a:defRPr sz="1000"/>
            </a:lvl7pPr>
            <a:lvl8pPr marL="1600200" indent="0">
              <a:buNone/>
              <a:defRPr sz="1000"/>
            </a:lvl8pPr>
            <a:lvl9pPr marL="1828800" indent="0">
              <a:buNone/>
              <a:defRPr sz="1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4921" y="1371600"/>
            <a:ext cx="1474589" cy="2541059"/>
          </a:xfrm>
        </p:spPr>
        <p:txBody>
          <a:bodyPr/>
          <a:lstStyle>
            <a:lvl1pPr marL="0" indent="0">
              <a:buNone/>
              <a:defRPr sz="800"/>
            </a:lvl1pPr>
            <a:lvl2pPr marL="228600" indent="0">
              <a:buNone/>
              <a:defRPr sz="700"/>
            </a:lvl2pPr>
            <a:lvl3pPr marL="457200" indent="0">
              <a:buNone/>
              <a:defRPr sz="600"/>
            </a:lvl3pPr>
            <a:lvl4pPr marL="685800" indent="0">
              <a:buNone/>
              <a:defRPr sz="500"/>
            </a:lvl4pPr>
            <a:lvl5pPr marL="914400" indent="0">
              <a:buNone/>
              <a:defRPr sz="500"/>
            </a:lvl5pPr>
            <a:lvl6pPr marL="1143000" indent="0">
              <a:buNone/>
              <a:defRPr sz="500"/>
            </a:lvl6pPr>
            <a:lvl7pPr marL="1371600" indent="0">
              <a:buNone/>
              <a:defRPr sz="500"/>
            </a:lvl7pPr>
            <a:lvl8pPr marL="1600200" indent="0">
              <a:buNone/>
              <a:defRPr sz="500"/>
            </a:lvl8pPr>
            <a:lvl9pPr marL="1828800" indent="0">
              <a:buNone/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067C-B7E2-40A3-A5E4-B47E01AE3DF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9E374-6598-4F45-AACD-DAE5C2DD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570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067C-B7E2-40A3-A5E4-B47E01AE3DF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9E374-6598-4F45-AACD-DAE5C2DD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0867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271838" y="243417"/>
            <a:ext cx="985838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4325" y="243417"/>
            <a:ext cx="2900363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68067C-B7E2-40A3-A5E4-B47E01AE3DF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09E374-6598-4F45-AACD-DAE5C2DD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612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4325" y="243418"/>
            <a:ext cx="394335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4325" y="1217083"/>
            <a:ext cx="394335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1432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68067C-B7E2-40A3-A5E4-B47E01AE3DF3}" type="datetimeFigureOut">
              <a:rPr lang="en-US" smtClean="0"/>
              <a:t>12/20/2025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14475" y="4237568"/>
            <a:ext cx="15430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28975" y="4237568"/>
            <a:ext cx="1028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09E374-6598-4F45-AACD-DAE5C2DD2B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947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457200" rtl="0" eaLnBrk="1" latinLnBrk="0" hangingPunct="1">
        <a:lnSpc>
          <a:spcPct val="90000"/>
        </a:lnSpc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4300" indent="-114300" algn="l" defTabSz="4572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erson smiling at camera&#10;&#10;Description automatically generated">
            <a:extLst>
              <a:ext uri="{FF2B5EF4-FFF2-40B4-BE49-F238E27FC236}">
                <a16:creationId xmlns:a16="http://schemas.microsoft.com/office/drawing/2014/main" id="{E58248DD-6526-BBD5-E867-79448AB4BA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19111"/>
          <a:stretch/>
        </p:blipFill>
        <p:spPr>
          <a:xfrm>
            <a:off x="64026" y="40537"/>
            <a:ext cx="3277805" cy="3273552"/>
          </a:xfrm>
          <a:prstGeom prst="ellipse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920935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</TotalTime>
  <Words>0</Words>
  <Application>Microsoft Office PowerPoint</Application>
  <PresentationFormat>Custom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jvalegre</dc:creator>
  <cp:lastModifiedBy>jvalegre</cp:lastModifiedBy>
  <cp:revision>9</cp:revision>
  <dcterms:created xsi:type="dcterms:W3CDTF">2024-04-04T15:47:31Z</dcterms:created>
  <dcterms:modified xsi:type="dcterms:W3CDTF">2025-12-20T17:12:09Z</dcterms:modified>
</cp:coreProperties>
</file>